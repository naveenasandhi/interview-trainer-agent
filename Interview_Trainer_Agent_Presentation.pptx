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39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UNIVERSITY ENGAGEMENT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Submission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Power of Agentic AI with IBM Granite and watsonx Orchestrate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141B4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  |  </a:t>
            </a: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No. 22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Career Development (HR Technology)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17436"/>
              </p:ext>
            </p:extLst>
          </p:nvPr>
        </p:nvGraphicFramePr>
        <p:xfrm>
          <a:off x="746760" y="3657600"/>
          <a:ext cx="10698480" cy="22504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 (WhatsApp)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Naveena Sandhi</a:t>
                      </a:r>
                      <a:endParaRPr lang="en-US" sz="1400" b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naveenaasandhi@gmail.com</a:t>
                      </a:r>
                    </a:p>
                  </a:txBody>
                  <a:tcPr>
                    <a:lnL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9063218875</a:t>
                      </a:r>
                    </a:p>
                  </a:txBody>
                  <a:tcPr>
                    <a:lnL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4676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used: IBM watsonx Orchestrate  ·  IBM Cloud Lite  ·  RAG (Retrieval-Augmented Generation)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88868B-15A7-87BD-D4C5-E5DB69A35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597" y="4307840"/>
            <a:ext cx="1341163" cy="154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No. 22 — Interview Trainer Agent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74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381305"/>
            <a:ext cx="60899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097280"/>
            <a:ext cx="11155680" cy="45720"/>
          </a:xfrm>
          <a:prstGeom prst="roundRect">
            <a:avLst/>
          </a:prstGeom>
          <a:solidFill>
            <a:srgbClr val="E8ECF7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Interview Trainer Agent, powered by RAG (Retrieval-Augmented Generation), prepares users for job interviews by generating tailored question sets and preparation strategies based on their profile name, experience level, and job role.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retrieves role-specific interview questions, industry expectations, behavioral scenarios, and HR guidelines from recruitment portals, professional networks, and company interview databases.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input their resume or job title, and the agent provides targeted questions, model answers, and improvement tips.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both technical and soft-skill assessment, ensuring a comprehensive interview prep experience.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AI-driven assistant builds user confidence, sharpens responses, and increases success rates in competitive hiring environments.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74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38130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430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Trainer Agent is built on IBM watsonx Orchestrate as a RAG-powered conversational agent that delivers personalized, role-specific interview coaching in real time.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614830" y="223205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" y="2971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Resume-Grounded Knowledge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85800" y="347472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candidate's resume is uploaded as a knowledge source, so every question set is grounded in their real projects, skills, and academic background</a:t>
            </a: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64992" y="1874520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93692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4476902" y="2232050"/>
            <a:ext cx="473659" cy="473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9584" y="2971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47872" y="347472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chat-based agent greets the user with quick-start prompts — mock interviews, prep strategies, and behavioral questions — for a guided experience.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27064" y="1874520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55764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7338974" y="2232050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91656" y="2971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Reasoning Style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9944" y="347472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with the ReAct agent style so the model can plan, retrieve, and refine its response before delivering tailored guidance.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089136" y="1874520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117836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01046" y="2232050"/>
            <a:ext cx="473659" cy="47365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53728" y="2971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Delivery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272016" y="347472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across Teams, WhatsApp, Slack, Facebook Messenger, SMS, and voice/phone channels for accessible, anywhere practice.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74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381305"/>
            <a:ext cx="60899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1604772"/>
            <a:ext cx="219456" cy="219456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307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Orchestrate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05840" y="16550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platform used to build, configure, and deploy the Interview Trainer Agent (built and hosted on IBM Cloud).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234440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336792" y="1604772"/>
            <a:ext cx="219456" cy="219456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1307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Lite Services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75120" y="16550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underlying trial infrastructure to build, test, and run the agent in a live environment.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359152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512" y="2729484"/>
            <a:ext cx="219456" cy="219456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4323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— GPT-OSS 120B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05840" y="27797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agent's reasoning and personalization; watsonx Orchestrate also supports IBM Granite models for the same workflow.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2359152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8" name="Shape 15"/>
          <p:cNvSpPr/>
          <p:nvPr/>
        </p:nvSpPr>
        <p:spPr>
          <a:xfrm>
            <a:off x="6336792" y="2729484"/>
            <a:ext cx="219456" cy="219456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24323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675120" y="27797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every response in the candidate's uploaded resume for accurate, personalized question generation.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3483864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667512" y="3854196"/>
            <a:ext cx="219456" cy="219456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35570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Behavior &amp; Guidelines Engine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005840" y="39044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define the agent's persona, experience-level context, and interview-prep methodology.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72200" y="3483864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6" name="Shape 23"/>
          <p:cNvSpPr/>
          <p:nvPr/>
        </p:nvSpPr>
        <p:spPr>
          <a:xfrm>
            <a:off x="6336792" y="3854196"/>
            <a:ext cx="219456" cy="219456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27" name="Text 24"/>
          <p:cNvSpPr/>
          <p:nvPr/>
        </p:nvSpPr>
        <p:spPr>
          <a:xfrm>
            <a:off x="6675120" y="35570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Connectors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675120" y="39044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WhatsApp (Twilio), Slack, Facebook Messenger, SMS, and phone/voice channels for flexible access.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watsonx Orchestrate Components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74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381305"/>
            <a:ext cx="60899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8872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88920" y="1188720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description, welcome message, and quick-start prompts (mock interview, prep strategy, behavioral questions).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121408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2140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88920" y="2121408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uploaded as a knowledge source ("Resume — by IBMid") so answers stay grounded in the candidate's real background.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054096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88920" y="3054096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define the agent's role as an Interview Trainer Agent and its RAG-based prep strategy; Agent Style set to ReAct.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986784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986784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Toolset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8920" y="3986784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 with organizational tools so the agent can take further action beyond conversation</a:t>
            </a: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4919472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919472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788920" y="4919472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page, Embedded agent, Teams, WhatsApp with Twilio, Facebook Messenger, Slack, Phone (Genesys/SIP), and SMS.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585216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585216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788920" y="5852160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tested in Debug mode via "Talk to agent" and deployed live from Manage Agents</a:t>
            </a: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Build — Profile &amp; Knowledge Source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Orchestrate: Interview Trainer Agent configuration</a:t>
            </a:r>
            <a:endParaRPr lang="en-US" sz="1300" dirty="0"/>
          </a:p>
        </p:txBody>
      </p:sp>
      <p:pic>
        <p:nvPicPr>
          <p:cNvPr id="4" name="Image 0" descr="images/Screenshot_2026-07-07_1858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458468"/>
            <a:ext cx="6004560" cy="3398012"/>
          </a:xfrm>
          <a:prstGeom prst="rect">
            <a:avLst/>
          </a:prstGeom>
        </p:spPr>
      </p:pic>
      <p:pic>
        <p:nvPicPr>
          <p:cNvPr id="6" name="Image 1" descr="images/Screenshot_2026-07-07_1859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0760" y="1458468"/>
            <a:ext cx="6111240" cy="3398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664200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</a:t>
            </a: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profile describing purpose — generating tailored interview question sets based on name, experience level, and job role.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172200" y="5664200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</a:t>
            </a: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resume added as a knowledge source, enabling RAG-based, resume-grounded responses.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Build — Behavior &amp; Multi-Channel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Orchestrate: Interview Trainer Agent configuration</a:t>
            </a:r>
            <a:endParaRPr lang="en-US" sz="1300" dirty="0"/>
          </a:p>
        </p:txBody>
      </p:sp>
      <p:pic>
        <p:nvPicPr>
          <p:cNvPr id="4" name="Image 0" descr="images/Screenshot_2026-07-07_18593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371600"/>
            <a:ext cx="6035040" cy="3098800"/>
          </a:xfrm>
          <a:prstGeom prst="rect">
            <a:avLst/>
          </a:prstGeom>
        </p:spPr>
      </p:pic>
      <p:pic>
        <p:nvPicPr>
          <p:cNvPr id="6" name="Image 1" descr="images/Screenshot_2026-07-05_20560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1371600"/>
            <a:ext cx="6065520" cy="309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5486400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</a:t>
            </a: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instructions defining the agent's context, profile summary, and interview-prep strategy.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156960" y="5486400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</a:t>
            </a: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enabled for Teams and WhatsApp with Twilio, alongside Facebook Messenger, Slack, phone, and SMS.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Personalized Interview Prep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conversation run in watsonx Orchestrate debug mode</a:t>
            </a:r>
            <a:endParaRPr lang="en-US" sz="1300" dirty="0"/>
          </a:p>
        </p:txBody>
      </p:sp>
      <p:pic>
        <p:nvPicPr>
          <p:cNvPr id="4" name="Image 0" descr="images/Screenshot_2026-07-07_1900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8280" y="1270000"/>
            <a:ext cx="3710940" cy="4053840"/>
          </a:xfrm>
          <a:prstGeom prst="rect">
            <a:avLst/>
          </a:prstGeom>
        </p:spPr>
      </p:pic>
      <p:pic>
        <p:nvPicPr>
          <p:cNvPr id="5" name="Image 1" descr="images/Screenshot_2026-07-07_19004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25290" y="1270000"/>
            <a:ext cx="3710940" cy="4053840"/>
          </a:xfrm>
          <a:prstGeom prst="rect">
            <a:avLst/>
          </a:prstGeom>
        </p:spPr>
      </p:pic>
      <p:pic>
        <p:nvPicPr>
          <p:cNvPr id="6" name="Image 2" descr="images/Screenshot_2026-07-07_19005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2780" y="1188720"/>
            <a:ext cx="3710940" cy="4053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5674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"Generate a mock interview question set focused on my Java &amp; MySQL Online Food Ordering project." The agent returns a candidate-specific prep plan — tech-stack focus areas, a customized DSA/technical question set, a project &amp; internship drill-down, and STAR-method behavioral questions.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Agentic AI in the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6304" cy="146304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3502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an autonomous interview coach rather than a static Q&amp;A chatbot — planning, retrieving, and reasoning before responding.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146304" cy="146304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6771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ReAct agent style to think, act, observe, and refine its approach until a complete, tailored prep plan is delivered.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46304" cy="146304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9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every recommendation in the candidate's resume via RAG, bringing genuine context awareness to each session.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146304" cy="146304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9549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across technical, project-based, and behavioral (STAR) question types within a single continuous conversation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148072"/>
            <a:ext cx="146304" cy="146304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0068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reachable across multiple channels — chat, Teams, WhatsApp, Slack, SMS, and voice — making practice available anywhere.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and Uniqueness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74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381305"/>
            <a:ext cx="60899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96900" y="152842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35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Resume-Grounded RAG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22960" y="20116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sets are generated from the candidate's actual resume, not generic templates — every question maps to a real project or skill.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17920" y="12344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511900" y="152842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1435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Coverage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537960" y="20116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 spans technical, project-drill-down, and behavioral (STAR) preparation in one conversation</a:t>
            </a: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02920" y="32918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96900" y="358582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4930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Low-Code, Enterprise-Ready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22960" y="40690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IBM watsonx Orchestrate — no custom backend required, with governance and scalability built in.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17920" y="32918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5"/>
          <p:cNvSpPr/>
          <p:nvPr/>
        </p:nvSpPr>
        <p:spPr>
          <a:xfrm>
            <a:off x="644652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511900" y="3585820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0" y="34930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Omni-Channel Access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537960" y="40690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to Teams, WhatsApp, Slack, Messenger, SMS, and voice, meeting candidates on the channel they already use.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74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38130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format: </a:t>
            </a: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 with README enabled.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3DA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777240" y="1920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/>
              <a:t>https://github.com/naveenasandhi/Interview-Trainer-Agent/tree/main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must include: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3410712"/>
            <a:ext cx="118872" cy="118872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app.json — exported watsonx Orchestrate agent configuration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4360" y="3867912"/>
            <a:ext cx="118872" cy="118872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Interview_Trainer_Agent_Problem_Statement.pdf — problem statement document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4325112"/>
            <a:ext cx="118872" cy="118872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206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Interview_Trainer_Agent_Presentation.pptx — this project presentation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94360" y="4782312"/>
            <a:ext cx="118872" cy="118872"/>
          </a:xfrm>
          <a:prstGeom prst="ellipse">
            <a:avLst/>
          </a:prstGeom>
          <a:solidFill>
            <a:srgbClr val="D4A62B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663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additional supporting files (screenshots, sample resume, README)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74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381305"/>
            <a:ext cx="60899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2600" y="1257300"/>
            <a:ext cx="11155680" cy="1170432"/>
          </a:xfrm>
          <a:prstGeom prst="roundRect">
            <a:avLst>
              <a:gd name="adj" fmla="val 546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548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13898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Mock Interviews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73736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watsonx Orchestrate's voice modality so candidates can rehearse spoken answers and receive tone/pacing feedback, closer to a real interview panel.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587752"/>
            <a:ext cx="111556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87752"/>
            <a:ext cx="548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2588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&amp; Job-Description Matching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3044952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ingest a target job description alongside the resume to highlight gaps and tailor question sets to that specific role</a:t>
            </a: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895344"/>
            <a:ext cx="11155680" cy="1170432"/>
          </a:xfrm>
          <a:prstGeom prst="roundRect">
            <a:avLst>
              <a:gd name="adj" fmla="val 5469"/>
            </a:avLst>
          </a:prstGeom>
          <a:solidFill>
            <a:srgbClr val="F4F6F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895344"/>
            <a:ext cx="548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325880" y="40050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Dashboard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25880" y="4352544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candidate's practice history, frequently missed question types, and improvement over multiple sessions.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02920" y="5202936"/>
            <a:ext cx="111556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202936"/>
            <a:ext cx="548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325880" y="53126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Toolset Integration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25880" y="5660136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calendar and ATS tools so the agent can schedule mock sessions and pull live job postings automatically</a:t>
            </a: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Certificates 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74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38130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1320" y="970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Credly Certificate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0" y="25603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6263640" y="9829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Certificate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503920" y="25603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13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A5672F-B46A-CBF6-E6A7-A03B80ADC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6200"/>
            <a:ext cx="6096000" cy="4140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4AD850-94E7-0F31-596E-29F879B0D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351101"/>
            <a:ext cx="5928360" cy="41303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interest.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Naveena Sandhi  ·  Interview Trainer Agent  ·  Problem Statement No. 22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1236</Words>
  <Application>Microsoft Office PowerPoint</Application>
  <PresentationFormat>Widescreen</PresentationFormat>
  <Paragraphs>135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Trainer Agent - IBM University Engagement Submission</dc:title>
  <dc:subject>PptxGenJS Presentation</dc:subject>
  <dc:creator>Naveena Sandhi</dc:creator>
  <cp:lastModifiedBy>umasankarrao sandhi</cp:lastModifiedBy>
  <cp:revision>2</cp:revision>
  <dcterms:created xsi:type="dcterms:W3CDTF">2026-07-07T14:03:27Z</dcterms:created>
  <dcterms:modified xsi:type="dcterms:W3CDTF">2026-07-08T17:51:57Z</dcterms:modified>
</cp:coreProperties>
</file>